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0" r:id="rId3"/>
    <p:sldId id="257" r:id="rId4"/>
    <p:sldId id="258" r:id="rId5"/>
    <p:sldId id="256" r:id="rId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86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26ECD2F-5097-4672-8C3A-DC10FF1716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3B86F83-98A5-4CBB-98FF-07E89D1562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F4C65A3-A47A-439D-8298-5469117C20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74846-F7DA-40E0-A598-BF07BE439D99}" type="datetimeFigureOut">
              <a:rPr lang="ru-RU" smtClean="0"/>
              <a:t>28.09.2025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695469A-1C1C-4353-8FF7-9888D05ECF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C406803-7193-429D-A259-E094E6D302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89CF4-D32B-4560-9CE5-826AF12570A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181599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ECD8BED-FD49-4DD7-876A-787EFCB265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A68E68D-F298-451C-90A0-9944ECDC1E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9349100-4F72-47FD-9AED-33713F0EB9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74846-F7DA-40E0-A598-BF07BE439D99}" type="datetimeFigureOut">
              <a:rPr lang="ru-RU" smtClean="0"/>
              <a:t>28.09.2025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FC90D63-B43E-4418-A4F7-E0AD54A4F4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8792D58-4CEE-4FFA-AAE4-ACCEDE9727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89CF4-D32B-4560-9CE5-826AF12570A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017943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E21C316-536A-4B97-A1C4-1E34927E1E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30F914B-8060-4DBF-BFC6-CAABA0FC29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7D553BC-27F7-411B-BAEC-BC4C3995B0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74846-F7DA-40E0-A598-BF07BE439D99}" type="datetimeFigureOut">
              <a:rPr lang="ru-RU" smtClean="0"/>
              <a:t>28.09.2025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1EDA330-3C3E-45C6-B100-44F79A569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F208744-FD5A-4437-879C-711939DFDD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89CF4-D32B-4560-9CE5-826AF12570A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060512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A47FA17-62A6-471F-880E-82DF58DCD7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2A109B3-2A38-4E10-8C03-ED44339A7F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128B54A-75B7-4FBE-8DF2-5D0F19A0D3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D9A4C54-B712-42FE-8D11-1ABB1DD1D7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74846-F7DA-40E0-A598-BF07BE439D99}" type="datetimeFigureOut">
              <a:rPr lang="ru-RU" smtClean="0"/>
              <a:t>28.09.2025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4714916-E567-4DAD-AF7D-0A2BC7CACE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018DDB3-2ED1-4762-AD8E-843D5C8881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89CF4-D32B-4560-9CE5-826AF12570A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989174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335D1C9-B190-4578-A35A-56EEFD8002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98A4637-4D0D-48D6-97D8-019C920E79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60ECF6A-19E2-4788-A618-08C96CA433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1BDF9C1-3850-41AB-9631-4F50D6A445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845C7F30-D8E3-436C-989F-307E3D58074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A5B5108E-9309-40C5-A9F0-2821F06DBC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74846-F7DA-40E0-A598-BF07BE439D99}" type="datetimeFigureOut">
              <a:rPr lang="ru-RU" smtClean="0"/>
              <a:t>28.09.2025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2FEC4A18-04F4-46B5-95C2-F306299457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C4D0F17A-7717-4EED-95B8-822B07F69A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89CF4-D32B-4560-9CE5-826AF12570A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726116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F58B6FE-396F-43ED-B9D3-1849EA06A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74D2EAC9-E3A8-4FD8-9F04-FA9ED9A69F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74846-F7DA-40E0-A598-BF07BE439D99}" type="datetimeFigureOut">
              <a:rPr lang="ru-RU" smtClean="0"/>
              <a:t>28.09.2025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4F5CDB39-8917-48C5-9723-8C758DB7F8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12027C5F-101D-4CB9-AF9D-725F23365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89CF4-D32B-4560-9CE5-826AF12570A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724406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14E5040B-F57C-4570-A637-93CBD53E68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74846-F7DA-40E0-A598-BF07BE439D99}" type="datetimeFigureOut">
              <a:rPr lang="ru-RU" smtClean="0"/>
              <a:t>28.09.2025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4FA02B69-8950-4D38-B6F6-666877F3DE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3BEF88A-A107-47D9-AD5F-C806A004EB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89CF4-D32B-4560-9CE5-826AF12570A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514042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299C19F-95F2-422F-907A-49F693A35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278251A-F240-4F07-85D5-BADEAEB153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0B8C471-FD31-43E5-A438-1447AF4BDF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532FF2E-928F-4CDF-8171-A589FC1C80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74846-F7DA-40E0-A598-BF07BE439D99}" type="datetimeFigureOut">
              <a:rPr lang="ru-RU" smtClean="0"/>
              <a:t>28.09.2025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10FC6F9-81F7-41F4-B77C-ED0CE0B52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F3A42A4-8FD3-4D7B-96BA-C9058F6B5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89CF4-D32B-4560-9CE5-826AF12570A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522821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4C7DE90-1AF6-49CF-A0DB-AE60EE847E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C0A29B82-044D-4F3C-AEE0-F1C4978DDEC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2F4EEF7-5354-4136-A9E0-DD9FA70076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A8C57A1-52C0-4BA3-BB70-46C1C0852C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74846-F7DA-40E0-A598-BF07BE439D99}" type="datetimeFigureOut">
              <a:rPr lang="ru-RU" smtClean="0"/>
              <a:t>28.09.2025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9EFA205-1A39-445A-97C9-692D346E94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1DD40D9-1120-41ED-9EF8-E6E6E7AE5F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89CF4-D32B-4560-9CE5-826AF12570A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871169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72CD902-DE84-41FE-AF72-3710A29C3E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31492DA-EB34-4B51-9985-D3BE396450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6218CA4-2773-411C-9775-684FCC56DB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74846-F7DA-40E0-A598-BF07BE439D99}" type="datetimeFigureOut">
              <a:rPr lang="ru-RU" smtClean="0"/>
              <a:t>28.09.2025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FFE976E-D2E6-4602-BE2B-E105757E98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26E97D9-9011-434E-AC58-60E7067CD7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89CF4-D32B-4560-9CE5-826AF12570A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768860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D717E467-1FC7-43E9-954C-9B850FB0EB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9D11CBC-E076-4127-9C05-5F6E099A8A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40B704E-B5E6-4B71-B669-5BA994C84D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74846-F7DA-40E0-A598-BF07BE439D99}" type="datetimeFigureOut">
              <a:rPr lang="ru-RU" smtClean="0"/>
              <a:t>28.09.2025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948FDC1-4ED7-4572-A517-3EF6E25F4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F06D45D-4597-4D23-B434-ECA7BB743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89CF4-D32B-4560-9CE5-826AF12570A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134155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BD36B2-EF8B-49D6-8421-0E20022816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7D3E45B-AAAF-46F7-AAF4-0BBF623A4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19E3E2B-1254-4C1D-BBFC-540C017A0E5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D74846-F7DA-40E0-A598-BF07BE439D99}" type="datetimeFigureOut">
              <a:rPr lang="ru-RU" smtClean="0"/>
              <a:t>28.09.2025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CAAB015-8D68-4583-9C75-E740E3B82C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6381964-EB3B-4B9C-938A-6D3212CBF1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389CF4-D32B-4560-9CE5-826AF12570A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896937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491B4AE-7BD0-424B-B5F6-84D7FC4A9F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50495" y="386433"/>
            <a:ext cx="10668000" cy="395620"/>
          </a:xfrm>
        </p:spPr>
        <p:txBody>
          <a:bodyPr>
            <a:noAutofit/>
          </a:bodyPr>
          <a:lstStyle/>
          <a:p>
            <a:r>
              <a:rPr lang="ru-RU" sz="4400" b="1" dirty="0"/>
              <a:t>Текущий план по фиче ведения статистики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1A40FFD-C221-428E-909D-9A93EEF137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890337"/>
            <a:ext cx="12192000" cy="3465095"/>
          </a:xfrm>
        </p:spPr>
        <p:txBody>
          <a:bodyPr/>
          <a:lstStyle/>
          <a:p>
            <a:pPr marL="457200" indent="-457200" algn="just">
              <a:buAutoNum type="arabicPeriod"/>
            </a:pPr>
            <a:r>
              <a:rPr lang="ru-RU" i="1" u="sng" dirty="0"/>
              <a:t>Как админ отмечает участников на тренировке.</a:t>
            </a:r>
            <a:r>
              <a:rPr lang="ru-RU" dirty="0"/>
              <a:t> Сценарий: выбор тренировки → кнопка «Отметить присутствующих» → </a:t>
            </a:r>
            <a:r>
              <a:rPr lang="en-US" dirty="0"/>
              <a:t>[</a:t>
            </a:r>
            <a:r>
              <a:rPr lang="ru-RU" dirty="0"/>
              <a:t>пока неясен формат отметок</a:t>
            </a:r>
            <a:r>
              <a:rPr lang="en-US" dirty="0"/>
              <a:t>]</a:t>
            </a:r>
            <a:r>
              <a:rPr lang="ru-RU" dirty="0"/>
              <a:t> → </a:t>
            </a:r>
            <a:r>
              <a:rPr lang="en-US" dirty="0"/>
              <a:t>[</a:t>
            </a:r>
            <a:r>
              <a:rPr lang="ru-RU" dirty="0"/>
              <a:t>отправка данных в таблицу статистики</a:t>
            </a:r>
            <a:r>
              <a:rPr lang="en-US" dirty="0"/>
              <a:t>]</a:t>
            </a:r>
            <a:endParaRPr lang="ru-RU" dirty="0"/>
          </a:p>
          <a:p>
            <a:pPr marL="457200" indent="-457200" algn="just">
              <a:buAutoNum type="arabicPeriod"/>
            </a:pPr>
            <a:r>
              <a:rPr lang="ru-RU" i="1" u="sng" dirty="0"/>
              <a:t>Как админ ставит звездочку.</a:t>
            </a:r>
            <a:r>
              <a:rPr lang="ru-RU" dirty="0"/>
              <a:t> Сценарий: выбор тренировки → кнопка «Присвоить звезду» → ввести порядковый номер участника → данные отправляются в таблицу статистики</a:t>
            </a:r>
            <a:endParaRPr lang="ru-RU" i="1" u="sng" dirty="0"/>
          </a:p>
        </p:txBody>
      </p:sp>
    </p:spTree>
    <p:extLst>
      <p:ext uri="{BB962C8B-B14F-4D97-AF65-F5344CB8AC3E}">
        <p14:creationId xmlns:p14="http://schemas.microsoft.com/office/powerpoint/2010/main" val="10491842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0D3EF7C-0C05-4E9B-8B05-BB24DE93B0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4494"/>
            <a:ext cx="10515600" cy="657559"/>
          </a:xfrm>
        </p:spPr>
        <p:txBody>
          <a:bodyPr>
            <a:normAutofit fontScale="90000"/>
          </a:bodyPr>
          <a:lstStyle/>
          <a:p>
            <a:r>
              <a:rPr lang="ru-RU" dirty="0"/>
              <a:t>Добавление фичи «1+1»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C90E12E-D0B6-4C39-991D-8D84C16BE7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Выбор тренировки </a:t>
            </a:r>
            <a:r>
              <a:rPr lang="ru-RU"/>
              <a:t>→ кнопка «»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677326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E9AAEF-AA4C-48E1-BE34-DC4F8FC675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89117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Замечания Романа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0CEADC2-F39E-4E59-BB1F-5B232F7B4D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36508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Перед списком тренировок надо сделать категории. Баскет, волейбол, теннис </a:t>
            </a:r>
          </a:p>
          <a:p>
            <a:pPr marL="0" indent="0">
              <a:buNone/>
            </a:pPr>
            <a:r>
              <a:rPr lang="ru-RU" dirty="0"/>
              <a:t>После нажатия туда список из ближайших тренировок в формате дата , время, краткое наименование, получится например так </a:t>
            </a:r>
          </a:p>
          <a:p>
            <a:pPr marL="0" indent="0">
              <a:buNone/>
            </a:pPr>
            <a:r>
              <a:rPr lang="ru-RU" dirty="0"/>
              <a:t>____</a:t>
            </a:r>
          </a:p>
          <a:p>
            <a:pPr marL="0" indent="0">
              <a:buNone/>
            </a:pPr>
            <a:r>
              <a:rPr lang="ru-RU" dirty="0"/>
              <a:t>05.10.2025, 18:00, </a:t>
            </a:r>
            <a:r>
              <a:rPr lang="ru-RU" dirty="0" err="1"/>
              <a:t>Яраткан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____</a:t>
            </a:r>
          </a:p>
          <a:p>
            <a:pPr marL="0" indent="0">
              <a:buNone/>
            </a:pPr>
            <a:r>
              <a:rPr lang="ru-RU" dirty="0"/>
              <a:t>05.10.2025, 20:00, Энерго</a:t>
            </a:r>
          </a:p>
        </p:txBody>
      </p:sp>
    </p:spTree>
    <p:extLst>
      <p:ext uri="{BB962C8B-B14F-4D97-AF65-F5344CB8AC3E}">
        <p14:creationId xmlns:p14="http://schemas.microsoft.com/office/powerpoint/2010/main" val="34670298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B37589D-FE7B-4C04-A87D-D8E75931A0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6683"/>
            <a:ext cx="10515600" cy="633496"/>
          </a:xfrm>
        </p:spPr>
        <p:txBody>
          <a:bodyPr>
            <a:normAutofit fontScale="90000"/>
          </a:bodyPr>
          <a:lstStyle/>
          <a:p>
            <a:r>
              <a:rPr lang="ru-RU" dirty="0"/>
              <a:t>Замечания С++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9A8C2C1-9DB2-4C24-AA30-175EFA423A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>
            <a:normAutofit fontScale="92500" lnSpcReduction="20000"/>
          </a:bodyPr>
          <a:lstStyle/>
          <a:p>
            <a:r>
              <a:rPr lang="ru-RU" sz="1800" dirty="0"/>
              <a:t>1) в списке участников вместе с именем дублируется его </a:t>
            </a:r>
            <a:r>
              <a:rPr lang="ru-RU" sz="1800" dirty="0" err="1"/>
              <a:t>id</a:t>
            </a:r>
            <a:r>
              <a:rPr lang="ru-RU" sz="1800" dirty="0"/>
              <a:t>, чтобы можно было тыкнуть и посмотреть, кто именно идет на тренировку</a:t>
            </a:r>
          </a:p>
          <a:p>
            <a:endParaRPr lang="ru-RU" sz="1800" dirty="0"/>
          </a:p>
          <a:p>
            <a:r>
              <a:rPr lang="ru-RU" sz="1800" dirty="0"/>
              <a:t>2) при нажатии на подтверждение оплаты запрашивался скрин с переводом, который потом пересылался для подтверждения админу</a:t>
            </a:r>
          </a:p>
          <a:p>
            <a:endParaRPr lang="ru-RU" sz="1800" dirty="0"/>
          </a:p>
          <a:p>
            <a:r>
              <a:rPr lang="ru-RU" sz="1800" dirty="0"/>
              <a:t>3) ведение статистики участника:</a:t>
            </a:r>
          </a:p>
          <a:p>
            <a:r>
              <a:rPr lang="ru-RU" sz="1800" dirty="0"/>
              <a:t>Отображалось количество посещенных тренировок по дисциплинам + сколько денег ты вбухал на занятия спортом</a:t>
            </a:r>
          </a:p>
          <a:p>
            <a:endParaRPr lang="ru-RU" sz="1800" dirty="0"/>
          </a:p>
          <a:p>
            <a:r>
              <a:rPr lang="ru-RU" sz="1800" dirty="0"/>
              <a:t>4) немного </a:t>
            </a:r>
            <a:r>
              <a:rPr lang="ru-RU" sz="1800" dirty="0" err="1"/>
              <a:t>читерская</a:t>
            </a:r>
            <a:r>
              <a:rPr lang="ru-RU" sz="1800" dirty="0"/>
              <a:t> штука для монетизации создателя бота (или админа). Пользователь мог подписаться на автоматическую запись на тренировку по фильтру (дисциплина/место/диапазон времени). Для ограничения таких </a:t>
            </a:r>
            <a:r>
              <a:rPr lang="ru-RU" sz="1800" dirty="0" err="1"/>
              <a:t>читеров</a:t>
            </a:r>
            <a:r>
              <a:rPr lang="ru-RU" sz="1800" dirty="0"/>
              <a:t> админ мог назначить количество мест, на которые можно записаться автоматом </a:t>
            </a:r>
          </a:p>
          <a:p>
            <a:endParaRPr lang="ru-RU" sz="1800" dirty="0"/>
          </a:p>
          <a:p>
            <a:r>
              <a:rPr lang="ru-RU" sz="1800" dirty="0"/>
              <a:t>Ну и плюс небольшое предложение по поводу уведомлений, пока я </a:t>
            </a:r>
            <a:r>
              <a:rPr lang="ru-RU" sz="1800" dirty="0" err="1"/>
              <a:t>хз</a:t>
            </a:r>
            <a:r>
              <a:rPr lang="ru-RU" sz="1800" dirty="0"/>
              <a:t> как они именно у тебя работают, но будто бы напрашивается фильтрация по дисциплинам</a:t>
            </a:r>
          </a:p>
        </p:txBody>
      </p:sp>
    </p:spTree>
    <p:extLst>
      <p:ext uri="{BB962C8B-B14F-4D97-AF65-F5344CB8AC3E}">
        <p14:creationId xmlns:p14="http://schemas.microsoft.com/office/powerpoint/2010/main" val="40142905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4B23AC2-338A-4064-BAFC-B16AFDBFD1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9411" y="406400"/>
            <a:ext cx="10030326" cy="508000"/>
          </a:xfrm>
        </p:spPr>
        <p:txBody>
          <a:bodyPr>
            <a:normAutofit fontScale="90000"/>
          </a:bodyPr>
          <a:lstStyle/>
          <a:p>
            <a:r>
              <a:rPr lang="ru-RU" dirty="0"/>
              <a:t>Сценарий выбора тренировки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48E46F1-68A8-46B4-8D68-B99B3C84EA2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Меню → список </a:t>
            </a:r>
            <a:r>
              <a:rPr lang="ru-RU"/>
              <a:t>видов спорта → 05.10.2025</a:t>
            </a:r>
            <a:r>
              <a:rPr lang="ru-RU" dirty="0"/>
              <a:t>, 18:00, </a:t>
            </a:r>
            <a:r>
              <a:rPr lang="ru-RU" dirty="0" err="1"/>
              <a:t>Яраткан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9388436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270</Words>
  <Application>Microsoft Office PowerPoint</Application>
  <PresentationFormat>Широкоэкранный</PresentationFormat>
  <Paragraphs>25</Paragraphs>
  <Slides>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Тема Office</vt:lpstr>
      <vt:lpstr>Текущий план по фиче ведения статистики</vt:lpstr>
      <vt:lpstr>Добавление фичи «1+1»</vt:lpstr>
      <vt:lpstr>Замечания Романа</vt:lpstr>
      <vt:lpstr>Замечания С++</vt:lpstr>
      <vt:lpstr>Сценарий выбора тренировки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Замечания Романа</dc:title>
  <dc:creator>Sait Bakhteev</dc:creator>
  <cp:lastModifiedBy>Sait Bakhteev</cp:lastModifiedBy>
  <cp:revision>9</cp:revision>
  <dcterms:created xsi:type="dcterms:W3CDTF">2025-09-26T21:48:05Z</dcterms:created>
  <dcterms:modified xsi:type="dcterms:W3CDTF">2025-09-28T06:27:17Z</dcterms:modified>
</cp:coreProperties>
</file>